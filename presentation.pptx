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61" d="100"/>
          <a:sy n="161" d="100"/>
        </p:scale>
        <p:origin x="78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Passport OCR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808080"/>
                </a:solidFill>
              </a:defRPr>
            </a:pPr>
            <a:r>
              <a:t>Интеллектуальный преобразователь оцифровки паспортных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08080"/>
                </a:solidFill>
              </a:defRPr>
            </a:pPr>
            <a:r>
              <a:t>Команда: Максим Садреев, Павел Гуров, Артем Трушин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C7293"/>
                </a:solidFill>
              </a:defRPr>
            </a:pPr>
            <a:r>
              <a:t>Хакатон РТУ МИРЭА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Проблема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09728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Паспорта оборудования поступают на бумажных носителях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82880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Различные формы: стандартные бланки, формы производителя, произвольная форма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56032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Ручной ввод данных — медленно и подвержено ошибкам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Сложность интеграции в систему 1С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02336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Невозможность автоматического поиска и проверки данных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1828800"/>
          </a:xfrm>
          <a:prstGeom prst="roundRect">
            <a:avLst/>
          </a:prstGeom>
          <a:solidFill>
            <a:srgbClr val="065A8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Автоматическая оцифровка PDF-документов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OCR с Tesseract / PaddleOCR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LLM-структуризация через Ollama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8229600" cy="1645920"/>
          </a:xfrm>
          <a:prstGeom prst="roundRect">
            <a:avLst/>
          </a:prstGeom>
          <a:solidFill>
            <a:srgbClr val="065A8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Генерация штрих-кодов (Code 39, Code 128, EAN-13)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Экспорт в XLSX для 1С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Веб-интерфейс для загрузки и просмотра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Архитектура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3474720"/>
          </a:xfrm>
          <a:prstGeom prst="roundRect">
            <a:avLst/>
          </a:prstGeom>
          <a:solidFill>
            <a:srgbClr val="065A8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PDF -&gt; PDFProcessor -&gt; Сегментация страниц (текст/скан)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OCR -&gt; Распознавание текста с confidence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LLMExtractor -&gt; Структуризация через LLM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Генерация штрих-кодов и XLSX-экспорт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Веб-интерфейс: React + FastAPI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Возможности системы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09728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Определение типа страниц (текстовая / скан)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645919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19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OCR: Tesseract и PaddleOCR с оценкой качества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19456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Извлечение таблиц из PDF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LLM-структуризация (Ollama qwen2.5 + llava)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291839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91839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Vision-fallback для проблемных сегментов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840480"/>
            <a:ext cx="365760" cy="3657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40478"/>
            <a:ext cx="154664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 dirty="0" err="1"/>
              <a:t>Экспорт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Технологический стек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1028700"/>
          </a:xfrm>
          <a:prstGeom prst="roundRect">
            <a:avLst/>
          </a:prstGeom>
          <a:solidFill>
            <a:srgbClr val="065A8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Frontend: React + TypeScript + Vite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Backend: FastAPI + Uvicorn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01294"/>
            <a:ext cx="8229600" cy="970059"/>
          </a:xfrm>
          <a:prstGeom prst="roundRect">
            <a:avLst/>
          </a:prstGeom>
          <a:solidFill>
            <a:srgbClr val="065A8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OCR: Tesseract, PaddleOCR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PDF: PyMuPDF, pdf2image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686920"/>
            <a:ext cx="8229600" cy="1141012"/>
          </a:xfrm>
          <a:prstGeom prst="roundRect">
            <a:avLst/>
          </a:prstGeom>
          <a:solidFill>
            <a:srgbClr val="065A8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LLM: Ollama (qwen2.5:3b, llava:7b)</a:t>
            </a:r>
          </a:p>
          <a:p>
            <a:pPr>
              <a:spcAft>
                <a:spcPts val="800"/>
              </a:spcAft>
              <a:defRPr sz="1400" b="0">
                <a:solidFill>
                  <a:srgbClr val="FFFFFF"/>
                </a:solidFill>
              </a:defRPr>
            </a:pPr>
            <a:r>
              <a:t>Container: Docker + Compose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Максим Садреев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2860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Павел Гуров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2860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Артем Трушин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C7293"/>
                </a:solidFill>
              </a:defRPr>
            </a:pPr>
            <a:r>
              <a:t>Хакатон РТУ МИРЭА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221</Words>
  <Application>Microsoft Macintosh PowerPoint</Application>
  <PresentationFormat>On-screen Show (16:9)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Artem Trushin</cp:lastModifiedBy>
  <cp:revision>2</cp:revision>
  <dcterms:created xsi:type="dcterms:W3CDTF">2013-01-27T09:14:16Z</dcterms:created>
  <dcterms:modified xsi:type="dcterms:W3CDTF">2026-04-19T19:57:56Z</dcterms:modified>
  <cp:category/>
</cp:coreProperties>
</file>